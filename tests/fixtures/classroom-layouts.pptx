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t>الحضارة المصرية القديمة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نصوص وصور وأشكال وتخطيطات مختلفة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خريطة مظاهر السطح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675120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828800"/>
            <a:ext cx="4023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>
                <a:solidFill>
                  <a:srgbClr val="173F37"/>
                </a:solidFill>
                <a:latin typeface="Arial"/>
              </a:rPr>
              <a:t>جبال — نهر — شبكة إحداثيات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3657600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0">
                <a:solidFill>
                  <a:srgbClr val="276A58"/>
                </a:solidFill>
                <a:latin typeface="Arial"/>
              </a:rPr>
              <a:t>صورة حقيقية داخل ملف PowerPoint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698480" cy="1005840"/>
          </a:xfrm>
          <a:prstGeom prst="roundRect">
            <a:avLst/>
          </a:prstGeom>
          <a:solidFill>
            <a:srgbClr val="D7AD35"/>
          </a:solidFill>
          <a:ln>
            <a:solidFill>
              <a:srgbClr val="FFF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/>
              <a:t>أشكال موضوعة في أماكنها الأصلية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2194560"/>
            <a:ext cx="2011680" cy="2011680"/>
          </a:xfrm>
          <a:prstGeom prst="ellipse">
            <a:avLst/>
          </a:prstGeom>
          <a:solidFill>
            <a:srgbClr val="2F80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480000">
            <a:off x="4663440" y="2057400"/>
            <a:ext cx="2377440" cy="2286000"/>
          </a:xfrm>
          <a:prstGeom prst="triangle">
            <a:avLst/>
          </a:prstGeom>
          <a:solidFill>
            <a:srgbClr val="8A6B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7955279" y="2514600"/>
            <a:ext cx="2834640" cy="1234440"/>
          </a:xfrm>
          <a:prstGeom prst="rightArrow">
            <a:avLst/>
          </a:prstGeom>
          <a:solidFill>
            <a:srgbClr val="276A5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45720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Arial"/>
              </a:rPr>
              <a:t>دائرة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45720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Arial"/>
              </a:rPr>
              <a:t>مثلث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5720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Arial"/>
              </a:rPr>
              <a:t>سهم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